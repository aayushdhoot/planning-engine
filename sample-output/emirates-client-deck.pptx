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Emirates Mumbai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Emirates Airlines  ·  Commerz III, Oberoi Realty, Goregaon East, Mumbai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2025-06-23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2026-02-23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33,000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23,95,00,000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Mobilisation, kick-off and PO release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freeze, liaisoning approvals (BMC, Fire NOC), site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4,79,00,000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Civil, dry-wall partitions, MEP first fix, raceways and 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Ceilings, flooring, second fix MEP, glass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Painting, wall finishes, modular furniture,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Snagging, deep cleaning, handover and close-out documents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(1/7)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(2/7)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(3/7)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(5/7)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(6/7)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(7/7)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Surveillance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you supply to us — free issue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1280160"/>
                <a:gridCol w="2194560"/>
                <a:gridCol w="2103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Unit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 hardware — desktops, laptops, printers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Active network components — switches, routers, firewall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equipment — VC systems, displays, sound bars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Pantry appliances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loose furniture &amp; artefacts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milestones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1945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2026-08-05T06:05:18Z</dcterms:created>
  <dcterms:modified xsi:type="dcterms:W3CDTF">2026-08-05T06:05:18Z</dcterms:modified>
</cp:coreProperties>
</file>