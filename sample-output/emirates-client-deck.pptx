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schedule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4048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Cumulative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8,38,25,000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14,37,00,000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14,37,00,000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20,35,75,000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23,95,00,000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2026-07-28T11:25:16Z</dcterms:created>
  <dcterms:modified xsi:type="dcterms:W3CDTF">2026-07-28T11:25:16Z</dcterms:modified>
</cp:coreProperties>
</file>