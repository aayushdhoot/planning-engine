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you supply to us — free issue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Unit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