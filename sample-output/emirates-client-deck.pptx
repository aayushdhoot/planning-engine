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2025-06-23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33,000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Mobilisation, kick-off and 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freeze, liaisoning approvals (BMC, Fire NOC), 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Civil, dry-wall partitions, MEP first fix, raceways and 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Ceilings, flooring, second fix MEP, 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Painting, wall finishes, modular furniture,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Snagging, deep cleaning, handover and 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(1/7)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(2/7)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(3/7)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(4/7)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(5/7)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(6/7)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TD —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(7/7)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Reception &amp; Lounge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Cabins &amp; Meeting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Boardroom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Cafeteria &amp; Pantry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Toilets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Elevation — Support &amp; Server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2026-07-30T08:11:16Z</dcterms:created>
  <dcterms:modified xsi:type="dcterms:W3CDTF">2026-07-30T08:11:16Z</dcterms:modified>
</cp:coreProperties>
</file>