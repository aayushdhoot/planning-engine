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2025-06-23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33,000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Mobilisation, kick-off and 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freeze, liaisoning approvals (BMC, Fire NOC), 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Civil, dry-wall partitions, MEP first fix, raceways and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Ceilings, flooring, second fix MEP, 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Painting, wall finishes, modular furniture,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Snagging, deep cleaning, handover and 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(1/4)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(2/4)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(3/4)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(4/4)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2026-07-29T16:48:39Z</dcterms:created>
  <dcterms:modified xsi:type="dcterms:W3CDTF">2026-07-29T16:48:39Z</dcterms:modified>
</cp:coreProperties>
</file>