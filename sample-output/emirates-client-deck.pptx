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CLIENT ISSUE · CONTRACT BASELINE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Emirates Mumbai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Emirates Airlines  ·  Commerz III, Oberoi Realty, Goregaon East, Mumbai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FFF"/>
                </a:solidFill>
              </a:rPr>
              <a:t>Project Programme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Programme at a glance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COMMENCEMENT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2025-06-23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26898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6898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0" name="Text 8"/>
          <p:cNvSpPr/>
          <p:nvPr/>
        </p:nvSpPr>
        <p:spPr>
          <a:xfrm>
            <a:off x="340614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COMPLETION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40614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2026-02-23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40614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per agreement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08076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AREA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21792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33,000 sft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89254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89254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9" name="Text 17"/>
          <p:cNvSpPr/>
          <p:nvPr/>
        </p:nvSpPr>
        <p:spPr>
          <a:xfrm>
            <a:off x="902970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902970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23,95,00,000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02970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excl. taxes</a:t>
            </a:r>
            <a:endParaRPr lang="en-US" sz="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576072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Payment milestones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371600"/>
                <a:gridCol w="731520"/>
                <a:gridCol w="1645920"/>
                <a:gridCol w="6583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Target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Value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Scope covered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Mobilisation, kick-off and PO release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3,59,25,000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freeze, liaisoning approvals (BMC, Fire NOC), site 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4,79,00,000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Civil, dry-wall partitions, MEP first fix, raceways and conduiting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5,98,75,000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Ceilings, flooring, second fix MEP, glass 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5,98,75,000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Painting, wall finishes, modular furniture,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3,59,25,000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Snagging, deep cleaning, handover and close-out documents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(1/2)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(2/2)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(1/7)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(2/7)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(3/7)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(4/7)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(5/7)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(6/7)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(7/7)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delivery dates required on site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Package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Wet Works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Fighting and Safety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Surveillance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Miscellaneous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Billing milestones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108960"/>
                <a:gridCol w="219456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2026-07-30T06:30:29Z</dcterms:created>
  <dcterms:modified xsi:type="dcterms:W3CDTF">2026-07-30T06:30:29Z</dcterms:modified>
</cp:coreProperties>
</file>