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2025-09-25)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2025-12-23)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2025-10-23)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2025-10-30)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2025-10-13)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2025-10-12)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Liaisoning approvals (BMC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Dry-wall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first fix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fix 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(1/8)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(2/8)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(3/8)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(4/8)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(5/8)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(6/8)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(7/8)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(8/8)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2026-07-29T17:28:31Z</dcterms:created>
  <dcterms:modified xsi:type="dcterms:W3CDTF">2026-07-29T17:28:31Z</dcterms:modified>
</cp:coreProperties>
</file>