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(1/7)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(2/7)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(3/7)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(4/7)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(5/7)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(6/7)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(7/7)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Ready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(1/8)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resource allocation confirmed (PM, site engineer, MEP, design, procurement)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tool creation — tracker, folder structure and access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 WhatsApp group creation with the agreed participants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Wispr onboarding for the project team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Welcome email issued to the client with team and escalation matrix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verification against the GFC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Building permissions, gate pass and work permits obtained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Day-0 site photographs and dilapidation record filed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marking completed and signed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Labour onboarding, ID cards and safety induction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head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 meeting with the client and consultants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power, water and site lighting arranged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(2/8)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(3/8)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(4/8)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(5/8)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(6/8)</a:t>
            </a:r>
            <a:endParaRPr lang="en-US" sz="22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(7/8)</a:t>
            </a:r>
            <a:endParaRPr lang="en-US" sz="22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(8/8)</a:t>
            </a:r>
            <a:endParaRPr lang="en-US" sz="2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2026-07-30T06:30:29Z</dcterms:created>
  <dcterms:modified xsi:type="dcterms:W3CDTF">2026-07-30T06:30:29Z</dcterms:modified>
</cp:coreProperties>
</file>