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(1/4)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(2/4)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(3/4)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(4/4)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Cashflow — inflow vs outflow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TOTAL INFLOW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TOTAL OUTFLOW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14,61,81,544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WORST NET POSITION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-33,64,675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092440" y="161848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peak funding need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Inflow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Outflow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Cum. in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Cum. 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6,57,445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6,57,445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-6,57,445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27,07,230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33,64,675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-33,64,675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29,59,983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63,24,658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2,96,00,342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54,44,325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1,17,68,983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2,41,56,017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2,19,99,928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8,38,25,000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3,37,68,911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5,00,56,089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2,95,85,401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14,37,00,000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6,33,54,311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8,03,45,689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3,22,39,815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14,37,00,000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9,55,94,126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4,81,05,874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3,35,57,596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20,35,75,000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12,91,51,722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7,44,23,278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1,70,29,821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23,95,00,000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14,61,81,543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9,33,18,457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(1/4)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(2/4)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(3/4)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(4/4)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2026-07-28T11:25:16Z</dcterms:created>
  <dcterms:modified xsi:type="dcterms:W3CDTF">2026-07-28T11:25:16Z</dcterms:modified>
</cp:coreProperties>
</file>