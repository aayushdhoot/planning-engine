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245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 / 216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130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2026-01-15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47.3%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8/9 inputs provided; 2/10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7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(1/14)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Blockwork/RCC Lintel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Modifoam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Checking &amp;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Engineered Concrete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(2/14)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Clearance from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Modular Glazed Partitions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partitions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for glazed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Sliding Folding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curved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solid 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Switchable smart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Raised Flooring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Cutout for power/data entrys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(3/14)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Protection Covering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Marble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Stone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Wooden raised flooring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for gypsum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boarding &amp; joint 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Decorative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Fabricated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Grid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Grid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(4/14)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technogrid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Framing for stretch ceiling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stretch ceiling material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(5/14)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paper base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CCM Cabin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Board Room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Built-In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Acrylic Designer wall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 Counter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Ledge Seating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Pelmet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(6/14)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Corner Guard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Transition Profile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Dado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Vertical Garden/Planters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Fluted Panel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Lacquered Glass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plumbing lines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BBC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(7/14)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Pumps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Plumbing Line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Lighting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 marking in closed room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for Raw Power, UPS, lighting, 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box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light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Power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floor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for ceiling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floor Raceway for Power &amp; Data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cable tray for IT/Data/Electrical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(8/14)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Junction, GI Boxes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earthing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dressing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 Dressing and Termination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Testing and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Battery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Switches, Raw Power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(9/14)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recessed lights in closed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suspended light fixtures in w/s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Decorative 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Electrical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 fixing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for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Grills, Diffusers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VAVs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Dampers,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insulation of AHU 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damper control panels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AHU dry run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trays Installation for copper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(10/14)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Copper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Drain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VRF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HVAC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supports fixing for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sprinkler bulbs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Erection of MS sprinkler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Enamel painting of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Flexible pipes installation for below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Pendent, Upright sprinkler bulbs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sprinkler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walls/partitions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(11/14)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Multi Sensor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RI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Modules/MCP/Strobes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FA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Speakers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raceways (ACS)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(ACS/CCTV)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ACS &amp; CCTV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commisioning of ACS &amp; CCTV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WLD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WLD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(12/14)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Rodent Repelent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Rodent Repelent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(gas suppression)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I/O port terminations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Fiber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Backbone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Network Racks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Server Room Readiness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Network Rack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(networking)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(13/14)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Workstation frame, meeting room table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Routing of power, data cables &amp; socket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table top, panels for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Measurement for Modular Cubicle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&amp; Installation of Lockers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(14/14)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Chairs Materials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(1/4)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(2/4)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(3/4)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(4/4)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2025-09-25)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2025-12-23)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2025-10-23)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2025-10-30)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2025-10-13)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2025-11-20)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2025-10-12)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24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Liaisoning approvals (BMC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Dry-wall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first fix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fix 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(1/4)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(2/4)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(3/4)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(4/4)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1920 man-days across 115 working days needs 17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1810 man-days across 111 working days needs 17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general: 2116 man-days across 245 working days needs 9 workers, above the 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62 vs peak 130).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"Surveillance"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2026-07-29T16:19:48Z</dcterms:created>
  <dcterms:modified xsi:type="dcterms:W3CDTF">2026-07-29T16:19:48Z</dcterms:modified>
</cp:coreProperties>
</file>