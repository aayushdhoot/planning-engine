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2026-07-07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14,905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Demolition, partition line marking, frameworks, single-side skinning, civil wall, plastering, plumbing, ceiling and wall electrical conduiting, floor raceway laying. Material delivery: gypsum frames, gypsum sheets, electrical conduits and raceway, siporex blocks. Key order closures: HVAC, fire alarm system, carpentry.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closing of partitions from double side, electrical wiring, fire sprinkler piping, FAS wiring. Material delivery: duct material, wires/cables, ply for carpentry items, vitrified tiles. Key order closures: modular furniture, chairs, carpets, glass.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painting base-coat preparation, glass channel, HVAC duct installation, false ceiling framing. Material delivery: carpets, sanitary fittings and fixtures, doors, DB/MCB. Key order closures: decorative elements, glass films, wallpapers, canvas frames, branding.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Execution: electrical switches/sockets, sanitary fixtures, carpentry structures ready, flush doors, first coat of paint, false ceiling, before HVAC final commissioning and before LV commissioning. Material delivery: modular furniture on site, carpet on site and before chair delivery. Key order closure: deep cleaning.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amount, valid for 6 months Defects Liability Period.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2026-07-29T17:03:59Z</dcterms:created>
  <dcterms:modified xsi:type="dcterms:W3CDTF">2026-07-29T17:03:59Z</dcterms:modified>
</cp:coreProperties>
</file>