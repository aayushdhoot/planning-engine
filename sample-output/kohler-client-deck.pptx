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India Corporation Pvt. Ltd.  ·  7th Floor (7A), ITC,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Programme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COMMENCEMENT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2026-07-07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26898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6898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0" name="Text 8"/>
          <p:cNvSpPr/>
          <p:nvPr/>
        </p:nvSpPr>
        <p:spPr>
          <a:xfrm>
            <a:off x="340614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COMPLETION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40614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2026-11-04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40614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per agreement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8076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AREA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21792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14,905 sft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9254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9254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02970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02970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5,70,04,000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02970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excl. taxes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Payment milestones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731520"/>
                <a:gridCol w="1645920"/>
                <a:gridCol w="6583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Target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Value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Scope covered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1,71,01,200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1,14,00,800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Demolition, partition line marking, frameworks, single-side skinning, civil wall, plastering, plumbing, ceiling and wall electrical conduiting, floor raceway laying. Material delivery: gypsum frames, gypsum sheets, electrical conduits and raceway, siporex blocks. Key order closures: HVAC, fire alarm system, carpentry.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closing of partitions from double side, electrical wiring, fire sprinkler piping, FAS wiring. Material delivery: duct material, wires/cables, ply for carpentry items, vitrified tiles. Key order closures: modular furniture, chairs, carpets, glass.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painting base-coat preparation, glass channel, HVAC duct installation, false ceiling framing. Material delivery: carpets, sanitary fittings and fixtures, doors, DB/MCB. Key order closures: decorative elements, glass films, wallpapers, canvas frames, branding.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electrical switches/sockets, sanitary fixtures, carpentry structures ready, flush doors, first coat of paint, false ceiling, before HVAC final commissioning and before LV commissioning. Material delivery: modular furniture on site, carpet on site and before chair delivery. Key order closure: deep cleaning.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28,50,200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against unconditional bank guarantee of equal amount, valid for 6 months Defects Liability Period.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(1/2)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(2/2)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(1/7)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(2/7)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(3/7)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(4/7)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(5/7)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(6/7)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(7/7)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(1/2)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(2/2)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Dishwash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Kitchen Equipments &amp; Others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Billing milestones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219456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2026-07-30T08:11:16Z</dcterms:created>
  <dcterms:modified xsi:type="dcterms:W3CDTF">2026-07-30T08:11:16Z</dcterms:modified>
</cp:coreProperties>
</file>