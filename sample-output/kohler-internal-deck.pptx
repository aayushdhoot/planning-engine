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98%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120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30 / 66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72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2026-09-25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—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9/9 inputs provided; 1/19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(1/3)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(2/3)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(3/3)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Hoarding, barricading &amp;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HSE setup, permits &amp; site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&amp; lighting arrangement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services mapping &amp; tagging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joinery, pantry &amp;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existing services (cable, duct, pipe)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- wet areas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 (sprinkler piping &amp; rough-in)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 (drainage &amp; water lines)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II (indoor units &amp; diffusers)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II (termination &amp; racks)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networking &amp; IT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balancing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plaster &amp; 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&amp; pantry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II (heads, detectors &amp; PA system)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II (sanitaryware &amp;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ironmongery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primer &amp; first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Access control &amp; CCTV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life-safety system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application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&amp; wayfinding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final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TW.1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 (cubicles, cladding, ceiling &amp; sanitaryware)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 &amp; de-snagging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Final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handover - Phase 2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2026-07-13)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2026-09-24)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 (client approval 2026-08-12)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2026-09-04)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59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(1/4)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line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Single-side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electrical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raceway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sheets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conduits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Siporex blocks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(2/4)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alarm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Closing of partitions from double side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Wires/cables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for carpentry items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base-coat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(3/4)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DB/MCB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elements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Canvas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switches/sockets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structures ready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(4/4)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coat of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HVAC final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LV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chair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Valid for 6 months Defects Liability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(1/7)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(2/7)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(3/7)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(4/7)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(5/7)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(6/7)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(7/7)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(1/3)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432 man-days across 21 working days needs 21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34 vs peak 72).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"Kitchen Equipments &amp; Others"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A4: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A5: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(2/3)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A6: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A7: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A8: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(3/3)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D1: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E1: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F1: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G: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2026-07-30T11:32:07Z</dcterms:created>
  <dcterms:modified xsi:type="dcterms:W3CDTF">2026-07-30T11:32:07Z</dcterms:modified>
</cp:coreProperties>
</file>