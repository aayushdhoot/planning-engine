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India Corporation Pvt. Ltd.  ·  7th Floor (7A), ITC,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98%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2026-11-03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120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2026-11-04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30 / 66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72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2026-09-25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—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9/9 inputs provided; 1/19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(1/3)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(2/3)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30 activities, zero float (3/3)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(1/5)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 &amp; access setup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Hoarding, barricading &amp; 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HSE setup, permits &amp; site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&amp; lighting arrangement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condition / dilapidation survey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Existing services mapping &amp; tagging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Hazardous material check &amp;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Disconnection &amp; isolation of existing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Survey &amp; Make-Safe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false ceiling &amp; services below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partitions, glazing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joinery, pantry &amp;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Dismantling of existing services (cable, duct, pipe)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 &amp; Dismantling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Debris Removal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(2/5)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Clearance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- wet areas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 (ducting &amp; piping)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 (conduiting &amp; cabling)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 (sprinkler piping &amp; rough-in)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 (drainage &amp; water lines)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 (cable laying)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Phase-I inspection &amp; sign-off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Partition &amp; ceiling -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(3/5)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 ceiling - boarding &amp; services integration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close-out inspection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works - Phase II (indoor units &amp; diffusers)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 - Phase II (termination &amp; racks)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Active networking &amp; IT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testing &amp; balancing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plaster &amp; 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works - tile, marble, wooden &amp; carpet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Reception, display &amp; water-body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&amp; pantry 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 - Phase II (heads, detectors &amp; PA system)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works - Phase II (sanitaryware &amp;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&amp; IT integration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ironmongery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(4/5)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primer &amp; first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 - Phase II (fixtures, switches &amp; light fixtures)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Services - Phase II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Access control &amp; CCTV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testing &amp;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life-safety system testing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Integrated systems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 documentation &amp; training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application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Joinery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12.4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 &amp; wayfinding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IT, AV &amp; Signage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9.6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works - final coat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13.2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TW.1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 (cubicles, cladding, ceiling &amp; sanitaryware)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 &amp; de-snagging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(5/5)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Final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14.10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handover - Phase 2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Milestone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(1/2)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consumables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2026-07-13)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boards/ply (Gyproc/ply norms)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 (partition glass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 (client approval 2026-09-24)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 (frosting norm)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 (client approval 2026-08-12)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switchgear/cabling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 (2/2)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2026-09-04)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2026-08-20)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Kitchen Equipments &amp; Others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59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5,70,04,000</a:t>
            </a:r>
            <a:endParaRPr lang="en-US" sz="17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1,71,01,200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1,14,00,800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85,50,600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28,50,200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(1/4)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ADV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line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Frameworks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Single-side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wall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electrical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raceway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sheets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conduits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Siporex blocks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(2/4)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alarm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Closing of partitions from double side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FAS wiring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Duct 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Wires/cables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for carpentry items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 base-coat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(3/4)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channel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duct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 framing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fittings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DB/MCB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elements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Canvas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switches/sockets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structures ready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(4/4)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First coat of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HVAC final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LV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Before chair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order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against unconditional bank guarantee of equal 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Valid for 6 months Defects Liability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ceil(14905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(1/7)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(2/7)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Civil breaking / hard demolition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 progress: Debris segregation &amp; stacking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Debris removal &amp; disposal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(3/7)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Plumbing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FLSS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Dishwash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Removal of existing flooring &amp; floor chipping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PCC &amp; self-levelling screed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Toilet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Joint survey of cleared shell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Cleared shell handover - Phase 1 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(4/7)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Site deep cleaning &amp; dust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Setting out &amp; marking as per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(5/7)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(6/7)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AAC block masonry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(7/7)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Gypsum partition framing &amp; ply backing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Start: Self-levelling screed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(1/3)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432 man-days across 21 working days needs 21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34 vs peak 72).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"Kitchen Equipments &amp; Others"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A4: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A5: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(2/3)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A6: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A7: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A8: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B3: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C2: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 (3/3)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D1: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E1: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F1: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G: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H1: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billing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H2: BCS cost missing; margin for it assumed at the 28% norm from the BOQ_BCS margin column.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2026-07-30T11:48:08Z</dcterms:created>
  <dcterms:modified xsi:type="dcterms:W3CDTF">2026-07-30T11:48:08Z</dcterms:modified>
</cp:coreProperties>
</file>