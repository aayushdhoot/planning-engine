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2026-08-05)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 (client approval 2026-08-01)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2026-08-06)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2026-08-15)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at site — delivery register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MATERIALS TRACKED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84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SHORT ON SITE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9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required date passed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PAST ORDER-BY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21792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lead time no longer fits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CLIENT FREE ISSUE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not on our PO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One level below the procurement packages: each material is dated against the activity that consumes it, and carries the vendor or PO that brings it.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(1/6)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blocks / bricks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Cement, sand &amp; aggregate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compound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Anti-termite &amp; pest control chemical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Tile adhesive &amp; grout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partition frame — studs &amp; tracks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12.5mm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Glasswool / rockwool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12/18/35mm 710 grade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Hardwood / Matti wood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Laminates &amp; veneer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Hardware — hinges, channels, handles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grid &amp;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Gyproc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/ fire-rated ceiling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(2/6)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/ fluted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Sonedio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putty, primer &amp;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Jotun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Aluminium skirting / T-profile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Bottom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glass — toughened / laminated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 frame &amp; profiles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Dorma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Patch fittings, floor springs &amp; 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Back-painted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Saint Gobain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Frosting film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Roller / venetian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&amp; green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tiles / broadloom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SPC / vinyl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&amp; ceramic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(3/6)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 panels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adhesive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Dust mat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Workstations &amp; linear desks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Storage units &amp;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Meeting &amp; conference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Task &amp; visitor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seating &amp; lounge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LT panel &amp; distribution boards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MCB / RCCB / switchgear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FRLS copper wires &amp;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conduits, back boxes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trays, raceways &amp; trunking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switches &amp;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(4/6)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Earthing material &amp; strips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fittings &amp; drivers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Profile &amp; cove lighting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&amp; pendant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&amp; battery bank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CPVC / UPVC pipes &amp;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Sanitaryware — WC, basins, urinals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CP fittings &amp;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cubicle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sheet for ducting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insulation — thermal &amp; acoustic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Grilles, diffusers &amp; volume dampers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dampers &amp;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VRF / VRV indoor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Outdoor units (ODU)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(5/6)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Refrigerant piping &amp; insulation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Exhaust fans &amp; ventilation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CAT6 / CAT6A cable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racks &amp; patch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Face plates, I/O boxes &amp; patch cords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Fibre &amp; OFC accessories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pipes — C-class grooved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heads &amp; flexible drops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Alarm valve assembly &amp; flow switch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detectors, hooters &amp; FAS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/ PAVA system &amp; speakers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CCTV, NVR &amp; access control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Armoured cabling — FAS / PA / CCTV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Rodent repellent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&amp; exit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Material register — order-by, delivery and supply route (6/6)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566160"/>
                <a:gridCol w="1463040"/>
                <a:gridCol w="1097280"/>
                <a:gridCol w="1097280"/>
                <a:gridCol w="137160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Cost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Make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Supply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consumables — fasteners, adhesives, hardware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PPE, barricading &amp; site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Scaffolding &amp; access equipment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Housekeeping &amp; debris removal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Vendor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 hardware — desktops, laptops, printers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 components — switches, routers, firewall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equipment — VC systems, displays, sound bars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Pantry appliances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free issue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loose furniture &amp; artefacts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Ordered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 of 84 site materials cannot be ordered inside the programme as scheduled — their lead times run behind the site start, so they had to be released at award. Longest exposure: Dust mat (58d lead, order-by 2026-06-14); Acoustic / fluted panels (50d lead, order-by 2026-07-04); Aluminium skirting / T-profile (50d lead, order-by 2026-06-30).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2026-08-05T06:05:18Z</dcterms:created>
  <dcterms:modified xsi:type="dcterms:W3CDTF">2026-08-05T06:05:18Z</dcterms:modified>
</cp:coreProperties>
</file>