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 (no inputs)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 ·  —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Pending inputs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1F"/>
                </a:solidFill>
              </a:rPr>
              <a:t>The programme has not yet been issued. The following inputs are required before a baseline can be published: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107899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BOQ (priced)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Contract / PO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Layout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Drawings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Day 0 site images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3D design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Sales KT / email thread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Make list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Payment terms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2026-07-30T11:08:28Z</dcterms:created>
  <dcterms:modified xsi:type="dcterms:W3CDTF">2026-07-30T11:08:28Z</dcterms:modified>
</cp:coreProperties>
</file>