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6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CLIENT ISSUE · CONTRACT BASELINE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181F"/>
                </a:solidFill>
              </a:rPr>
              <a:t>KOHLER OS (no inputs)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</a:rPr>
              <a:t>Kohler  ·  —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FFF"/>
                </a:solidFill>
              </a:rPr>
              <a:t>Project Programme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217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</a:rPr>
              <a:t>DnB Planning Engine v1.0.0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6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Pending inputs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81F"/>
                </a:solidFill>
              </a:rPr>
              <a:t>The programme has not yet been issued. The following inputs are required before a baseline can be published: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107899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4181F"/>
                </a:solidFill>
              </a:rPr>
              <a:t>Project BOQ (priced)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4181F"/>
                </a:solidFill>
              </a:rPr>
              <a:t>Project Contract / PO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4181F"/>
                </a:solidFill>
              </a:rPr>
              <a:t>Project Layout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4181F"/>
                </a:solidFill>
              </a:rPr>
              <a:t>Drawings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4181F"/>
                </a:solidFill>
              </a:rPr>
              <a:t>Day 0 site images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4181F"/>
                </a:solidFill>
              </a:rPr>
              <a:t>3D design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4181F"/>
                </a:solidFill>
              </a:rPr>
              <a:t>Sales KT / email thread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4181F"/>
                </a:solidFill>
              </a:rPr>
              <a:t>Make list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4181F"/>
                </a:solidFill>
              </a:rPr>
              <a:t>Payment terms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2026-07-30T06:30:29Z</dcterms:created>
  <dcterms:modified xsi:type="dcterms:W3CDTF">2026-07-30T06:30:29Z</dcterms:modified>
</cp:coreProperties>
</file>