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The programme has not yet been issued. The following inputs are required before a baseline can be published: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2026-07-30T11:32:08Z</dcterms:created>
  <dcterms:modified xsi:type="dcterms:W3CDTF">2026-07-30T11:32:08Z</dcterms:modified>
</cp:coreProperties>
</file>