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INTERNAL — NOT FOR CLIENT ISSUE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173736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4181F"/>
                </a:solidFill>
              </a:rPr>
              <a:t>KOHLER OS (no inputs)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48640" y="2560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2"/>
                </a:solidFill>
              </a:rPr>
              <a:t>Kohler  ·  —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30175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1121F"/>
                </a:solidFill>
              </a:rPr>
              <a:t>Execution Plan  ·  confidence 5%  ·  norms norms-v1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6217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</a:rPr>
              <a:t>DnB Planning Engine v1.0.0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Pending inputs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181F"/>
                </a:solidFill>
              </a:rPr>
              <a:t>No plan generated. The engine does not fabricate a baseline. Mandatory inputs missing: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31520" y="1645920"/>
            <a:ext cx="1078992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Project BOQ (priced)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Project Contract / PO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Project Layout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Drawings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Day 0 site images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3D design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Sales KT / email thread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Make list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Payment terms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2026-07-29T17:00:09Z</dcterms:created>
  <dcterms:modified xsi:type="dcterms:W3CDTF">2026-07-29T17:00:09Z</dcterms:modified>
</cp:coreProperties>
</file>