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CLIENT ISSUE · CONTRACT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SKF, Pune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SKF India (Industrial) Ltd  ·  Units 801–802, 8th Floor, Millennium Tower 3, Wakad, Pune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FFF"/>
                </a:solidFill>
              </a:rPr>
              <a:t>Project Programme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Programme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COMMENCEMENT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2026-06-08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6898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898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0614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COMPLETION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0614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2026-08-22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06140" y="1618488"/>
            <a:ext cx="2491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per agreement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AREA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26,484 sft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9254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254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2970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VALUE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2970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INR 8,21,00,400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29700" y="1618488"/>
            <a:ext cx="2491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excl. taxes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Prep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&amp; Paneling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&amp;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Placement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Payment milestones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731520"/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Target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Scope covered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mobilisation (no advance payable)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1,64,20,080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marking, frameworks, skinning, civil walls, conduiting, raceways + gypsum/electrical material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2,05,25,100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closing, wiring, sprinkler piping, FAS wiring + duct/cable/ply/tile delivery; furniture/carpet/glass orders closed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2,05,25,100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base coats, glass channels, duct installation, ceiling framing + carpet/sanitary/doors/DB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2,05,25,100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Switches, sanitary fixtures, carpentry, doors, first paint coat, false ceiling; pre-commissioning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41,05,020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Against 12-month DLP bank guarantee at virtual completion/handover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What we need from you — client &amp; builder inputs (1/2)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51206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Required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kick-off meeting and pooja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PO / signed agreement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advance payment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Layout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approvals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 sampling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drawings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Client/PMC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/ IT requirement and load confirmation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2026-05-27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 permissions and mobilisation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Mathadi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 / CFO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BMC / statutory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What we need from you — client &amp; builder inputs (2/2)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51206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Required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 and water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Lift availability for material movement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 hours clarity in building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load approval / CFM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Wi-Fi and access point locations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vendor closure for site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Design/Operation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Client-supplied items (IT / AV)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Store space and debris removal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(1/7)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(2/7)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(3/7)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(4/7)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(5/7)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(6/7)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(7/7)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delivery dates required on site (1/2)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delivery dates required on site (2/2)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(Low Side + VAV + VRF)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&amp; Security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GSS / General Site Services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Billing milestones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1945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2026-07-30T08:42:59Z</dcterms:created>
  <dcterms:modified xsi:type="dcterms:W3CDTF">2026-07-30T08:42:59Z</dcterms:modified>
</cp:coreProperties>
</file>