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CLIENT ISSUE · CONTRACT BASELINE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SKF, Pune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SKF India (Industrial) Ltd  ·  Units 801–802, 8th Floor, Millennium Tower 3, Wakad, Pune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6FFF"/>
                </a:solidFill>
              </a:rPr>
              <a:t>Project Programme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Programme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COMMENCEMENT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2026-06-08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26898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6898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0" name="Text 8"/>
          <p:cNvSpPr/>
          <p:nvPr/>
        </p:nvSpPr>
        <p:spPr>
          <a:xfrm>
            <a:off x="340614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COMPLETION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40614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2026-08-22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40614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per agreement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608076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AREA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21792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26,484 sft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92540" y="960120"/>
            <a:ext cx="26746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92540" y="960120"/>
            <a:ext cx="45720" cy="1005840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19" name="Text 17"/>
          <p:cNvSpPr/>
          <p:nvPr/>
        </p:nvSpPr>
        <p:spPr>
          <a:xfrm>
            <a:off x="9029700" y="1033272"/>
            <a:ext cx="24917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029700" y="1252728"/>
            <a:ext cx="24917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8,21,00,400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029700" y="1618488"/>
            <a:ext cx="24917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excl. taxes</a:t>
            </a:r>
            <a:endParaRPr lang="en-US" sz="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Completion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Prep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&amp; Paneling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&amp;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Doors &amp; 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Placement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Payment milestones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371600"/>
                <a:gridCol w="731520"/>
                <a:gridCol w="1645920"/>
                <a:gridCol w="6583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Target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Value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Scope covered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mobilisation (no advance payable)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1,64,20,080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marking, frameworks, skinning, civil walls, conduiting, raceways + gypsum/electrical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closing, wiring, sprinkler piping, FAS wiring + duct/cable/ply/tile delivery; furniture/carpet/glass orders closed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base coats, glass channels, duct installation, ceiling framing + carpet/sanitary/doors/DB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2,05,25,100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Switches, sanitary fixtures, carpentry, doors, first paint coat, false ceiling; pre-commissioning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41,05,020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Against 12-month DLP bank guarantee at virtual completion/handover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(1/2)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2026-05-27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What we need from you — client &amp; builder inputs (2/2)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645920"/>
                <a:gridCol w="5120640"/>
                <a:gridCol w="20116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Required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(1/4)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(2/4)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(3/4)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deliverables — approval dates (4/4)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852160"/>
                <a:gridCol w="20116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(1/2)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Interior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Glass Partitions &amp;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Graphics &amp; Films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Loose Furniture &amp;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delivery dates required on site (2/2)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37744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Package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(Low Side + VAV + VRF)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&amp; Security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GSS / General Site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F6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Billing milestones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219456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2026-06-28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2026-07-29T16:48:38Z</dcterms:created>
  <dcterms:modified xsi:type="dcterms:W3CDTF">2026-07-29T16:48:38Z</dcterms:modified>
</cp:coreProperties>
</file>