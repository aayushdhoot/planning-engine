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you supply to us — free issue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Unit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 hardware — desktops, laptops, printers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 components — switches, routers, firewall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equipment — VC systems, displays, sound bars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Pantry appliances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loose furniture &amp; artefacts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2026-08-05T06:05:18Z</dcterms:created>
  <dcterms:modified xsi:type="dcterms:W3CDTF">2026-08-05T06:05:18Z</dcterms:modified>
</cp:coreProperties>
</file>