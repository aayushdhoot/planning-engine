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2026-06-08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26,484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marking, frameworks, skinning, civil walls, conduiting, raceways + 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closing, wiring, sprinkler piping, FAS wiring + duct/cable/ply/tile delivery; 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coats, glass channels, duct installation, ceiling framing + 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Switches, sanitary fixtures, carpentry, doors, first paint coat, false ceiling; 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2026-07-29T16:19:48Z</dcterms:created>
  <dcterms:modified xsi:type="dcterms:W3CDTF">2026-07-29T16:19:48Z</dcterms:modified>
</cp:coreProperties>
</file>