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SKF,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SKF India (Industrial) Ltd  ·  Units 801–802, 8th Floor, Millennium Tower 3, Wakad,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Programme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COMMENCEMENT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2026-06-08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6898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898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0" name="Text 8"/>
          <p:cNvSpPr/>
          <p:nvPr/>
        </p:nvSpPr>
        <p:spPr>
          <a:xfrm>
            <a:off x="340614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COMPLETION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0614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2026-08-22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0614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per agreement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AREA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26,484 sft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9254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9254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02970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02970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8,21,00,400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2970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excl. taxes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Payment milestones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731520"/>
                <a:gridCol w="1645920"/>
                <a:gridCol w="6583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Target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Value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Scope covered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 (no advance payable)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1,64,20,080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marking, frameworks, skinning, civil walls, conduiting, raceways + gypsum/electrical material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closing, wiring, sprinkler piping, FAS wiring + duct/cable/ply/tile delivery; furniture/carpet/glass orders closed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base coats, glass channels, duct installation, ceiling framing + carpet/sanitary/doors/DB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Switches, sanitary fixtures, carpentry, doors, first paint coat, false ceiling; pre-commissioning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41,05,020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Against 12-month DLP bank guarantee at virtual completion/handover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(1/2)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(2/2)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(1/7)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(2/7)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(3/7)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(4/7)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(5/7)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(6/7)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(7/7)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(1/2)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(2/2)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Billing milestones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219456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2026-07-29T17:03:58Z</dcterms:created>
  <dcterms:modified xsi:type="dcterms:W3CDTF">2026-07-29T17:03:58Z</dcterms:modified>
</cp:coreProperties>
</file>