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INTERNAL — NOT FOR CLIENT ISSUE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SKF, Pune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SKF India (Industrial) Ltd  ·  Units 801–802, 8th Floor, Millennium Tower 3, Wakad, Pune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</a:rPr>
              <a:t>Execution Plan  ·  confidence 84%  ·  norms norms-v1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INTERNAL TARGET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2026-08-14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68 wd (CPM)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FINISH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2026-08-22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BUFFER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4340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8d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4340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invariant holds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CRITICAL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9 / 69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zero float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5528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PEAK MANPOWER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244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124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9244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2026-07-25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298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MARGIN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9669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27.5%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9669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6 RA milestones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Confidence basis: 7/9 inputs provided; 3/18 packages unmapped; buffer 8d.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194560"/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On critical path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Prep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Critical path — 9 activities, zero float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463040"/>
                <a:gridCol w="82296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Marking &amp; Dilapidation Report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Blockwork, AAC Blocks &amp; Plastering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Trunking &amp;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Conduiting &amp; Switch/Point Back-boxes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Point Wiring, Circuits, Mains &amp; DB's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LT Panel Labeling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Installation —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Snag List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(1/5)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Marking &amp; Dilapidation Report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Prep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Prep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Prep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Blockwork, AAC Blocks &amp; Plastering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100mm Partition Framing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Panelling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Wall Punning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Column Cladding (Ply/Gypsum)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Cable Trays, Trunking &amp; MS Supports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Trunking &amp;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Metal / Fire-rated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Designer Ceiling — Laminate 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 Baffle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Conduiting &amp; Switch/Point Back-boxes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(2/5)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Point Wiring, Circuits, Mains &amp; DB's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LT Panel Labeling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Installation —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Sheet Ducting Fabrication &amp;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Duct Light Testing (Pre-insulation)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Thermal &amp; Acoustic Insulation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Grilles, Diffusers, Fire Dampers &amp; Actuators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Battery Room Ventilation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Refrigerant Piping &amp; Cable Trays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Indoor Units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VRV Requirements and ODUs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C-Class Sprinkler Piping (Grooved)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Alarm Valve Assembly &amp; Flow Switch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Pendent/Upright Sprinklers &amp; Flexible Drops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(3/5)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t39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Red/Black Armored Cabling (FAS/PA/CCTV)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Detectors, Hooters &amp; PAVA Rack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EM Locks, Biometric Readers &amp; CCTV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Emergency Exit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Rodent Repellent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Water Leak Detection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Reception Table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Flush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 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 Internal Piping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Walls (Putty + Paint)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t49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Acoustical Panels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Manager/Meeting Room Tables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 Box / OHU / File Storage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(4/5)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Waterproofing (Floor + Walls 600mm)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Frosting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Vinyl Pasting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Pasting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Logo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Rolling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 &amp;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Sun Control Film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Anti-termite &amp; Pest Control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Self Leveling &amp; Associated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Vitrified Tile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POP on Flooring (Protection)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WS / Meeting Room Chair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(5/5)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t59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Aluminium Skirting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t69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Snag List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(1/4)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Issue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(2/4)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Issue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(3/4)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Issue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(4/4)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Issue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order-by and delivery required (1/2)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280160"/>
                <a:gridCol w="1188720"/>
                <a:gridCol w="1463040"/>
                <a:gridCol w="11887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Gated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consumables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 (client approval 2026-06-20)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boards/ply (Gyproc/ply norms)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 (client approval 2026-06-22)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partitions (partition glass norm)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 (client approval 2026-07-07)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 (frosting norm)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 (client approval 2026-07-24)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switchgear/cabling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 (client approval 2026-06-29)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order-by and delivery required (2/2)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280160"/>
                <a:gridCol w="1188720"/>
                <a:gridCol w="1463040"/>
                <a:gridCol w="11887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Gated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(Low Side + VAV + VRF)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(ducting, VRF, VAV)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 (client approval 2026-07-03)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&amp; Security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&amp; security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 (client approval 2026-06-26)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GSS / General Site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GSS / miscellaneous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Manpower — levelled contractor gangs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188720"/>
                <a:gridCol w="1463040"/>
                <a:gridCol w="14630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From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To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Man-days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Core gang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Peak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352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990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544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billing milestones — readiness against site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MILESTONES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CLAUSES TRACKED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4340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27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9244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8,21,00,400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1,64,20,080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41,05,020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(1/2)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mobilisation (no advance payable)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Frameworks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walls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Gypsum/electrical material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closing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piping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FAS wiring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Duct/cable/ply/tile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Furniture/carpet/glass orders closed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base coats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channels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(2/2)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Duct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framing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Carpet/sanitary/doors/DB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First paint coat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Pre-commissioning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Against 12-month DLP bank guarantee at virtual completion/handover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Resource plan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Basis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Manager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 (Civil/Interior)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12000)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25000)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 Owner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Safety Officer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QC / Snag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ceil(26484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(1/7)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GSS / General Site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Fire &amp; Security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HVAC (Low Side + VAV + VRF)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(2/7)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Plumbing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(3/7)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(4/7)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(5/7)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Detectors, Hooters &amp; PAVA Rack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Rodent Repellent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Water Leak Detection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GI Conduiting &amp; Switch/Point Back-boxes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Grilles, Diffusers, Fire Dampers &amp; Actuators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Carpet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HVAC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Emergency Exit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LT Panel Labeling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Back 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Panel Installation —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Frosting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Vinyl Pasting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Wallpaper Pasting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(6/7)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Sun Control Film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Manager/Meeting Room Tables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Planter Box / OHU / File Storage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Logo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Raised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Point Wiring, Circuits, Mains &amp; DB's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Ceiling 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Rolling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Planters &amp;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Alarm Valve Assembly &amp; Flow Switch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Modular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Signage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Internal Walls (Putty + Paint)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WS / Meeting Room Chair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(7/7)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Snag List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(1/2)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(2/2)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 (1/2)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ceiling: 200 man-days across 14 working days needs 15 workers, above the 14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electrical: 990 man-days across 57 working days needs 18 workers, above the 14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hvac: 544 man-days across 27 working days needs 21 workers, above the 12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lv: 336 man-days across 20 working days needs 17 workers, above the 10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partition: 360 man-days across 19 working days needs 19 workers, above the 18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"Light Fixtures"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"UPS"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"Passive Networking"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 (2/2)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HVAC: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2026-07-29T16:48:38Z</dcterms:created>
  <dcterms:modified xsi:type="dcterms:W3CDTF">2026-07-29T16:48:38Z</dcterms:modified>
</cp:coreProperties>
</file>