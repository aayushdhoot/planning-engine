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Cashflow — inflow vs outflow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TOTAL INFLOW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TOTAL OUTFLOW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5,88,18,556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WORST NET POSITION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-81,42,294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092440" y="161848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peak funding need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Inflow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Outflow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Cum. 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Cum. 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69,59,907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69,59,907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94,60,173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3,81,27,567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3,69,45,180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4,50,87,474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-81,42,294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4,51,55,220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1,37,31,082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8,21,00,400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5,88,18,556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2,32,81,844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cashflow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assumed 72% of client amount (28% margin norm from BOQ_BCS margin column).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2026-07-28T11:25:16Z</dcterms:created>
  <dcterms:modified xsi:type="dcterms:W3CDTF">2026-07-28T11:25:16Z</dcterms:modified>
</cp:coreProperties>
</file>