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2026-06-20)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2026-06-22)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2026-07-24)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2026-07-03)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Duct/cable/ply/tile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paint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(1/11)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(2/11)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(3/11)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(4/11)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(5/11)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(6/11)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(7/11)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(8/11)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(9/11)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(10/11)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(11/11)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2026-07-29T17:28:31Z</dcterms:created>
  <dcterms:modified xsi:type="dcterms:W3CDTF">2026-07-29T17:28:31Z</dcterms:modified>
</cp:coreProperties>
</file>