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84%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68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 / 69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124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2026-07-25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27.5%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7/9 inputs provided; 3/18 packages unmapped; buffer 8d.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9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100mm Partition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Wall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Column Cladding (Ply/Gypsum)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Cable Trays, Trunking &amp; MS Supports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 — Laminate 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Baffle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Ducting Fabrication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Light Testing (Pre-insulation)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Thermal &amp; Acoustic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Battery Room Ventilation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Cable Trays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Indoor Units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VRV Requirements and ODUs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C-Class Sprinkler Piping (Grooved)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Pendent/Upright Sprinklers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Red/Black Armored Cabling (FAS/PA/CCTV)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 Locks, Biometric Readers &amp;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Internal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Acoustical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(Floor + Walls 600mm)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 &amp; Associated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on Flooring (Protection)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2026-06-20)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 (client approval 2026-06-22)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2026-07-07)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2026-07-24)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2026-06-29)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(ducting, VRF, VAV)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2026-07-03)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2026-06-26)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Duct/cable/ply/tile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paint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(1/11)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(2/11)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(3/11)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(4/11)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(5/11)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(6/11)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(7/11)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(8/11)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(9/11)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(10/11)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(11/11)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(1/2)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ceiling: 200 man-days across 14 working days needs 15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990 man-days across 57 working days needs 18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hvac: 544 man-days across 27 working days needs 21 workers, above the 12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lv: 336 man-days across 20 working days needs 17 workers, above the 10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partition: 360 man-days across 19 working days needs 19 workers, above the 18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"Light Fixtures"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"Passive Networking"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(2/2)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HVAC: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2026-07-29T17:18:47Z</dcterms:created>
  <dcterms:modified xsi:type="dcterms:W3CDTF">2026-07-29T17:18:47Z</dcterms:modified>
</cp:coreProperties>
</file>